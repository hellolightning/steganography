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7"/>
  </p:notesMasterIdLst>
  <p:sldIdLst>
    <p:sldId id="256" r:id="rId5"/>
    <p:sldId id="2146847054" r:id="rId6"/>
    <p:sldId id="262" r:id="rId7"/>
    <p:sldId id="263" r:id="rId8"/>
    <p:sldId id="265" r:id="rId9"/>
    <p:sldId id="2146847057" r:id="rId10"/>
    <p:sldId id="2146847060" r:id="rId11"/>
    <p:sldId id="2146847063" r:id="rId12"/>
    <p:sldId id="2146847062" r:id="rId13"/>
    <p:sldId id="2146847061" r:id="rId14"/>
    <p:sldId id="2146847055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27-02-2025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2/27/2025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2/27/2025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2/27/2025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2/27/2025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2/27/2025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2/27/2025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llolightning/Steganography.git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Data Hiding In Images Using Steganography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75819" y="4586365"/>
            <a:ext cx="792189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 Yash G Jadhav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 : Yash G Jadhav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 &amp; Department : Mulund College Of Commerce, 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				BSc Computer Science</a:t>
            </a:r>
          </a:p>
          <a:p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Technology used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Wow factor </a:t>
            </a:r>
            <a:endParaRPr lang="en-US" sz="2000" dirty="0">
              <a:latin typeface="Arial"/>
              <a:ea typeface="+mn-lt"/>
              <a:cs typeface="+mn-lt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End users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Result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Conclusion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Git-hub Link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Future scope</a:t>
            </a:r>
          </a:p>
          <a:p>
            <a:pPr marL="0" indent="0">
              <a:buNone/>
            </a:pPr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03" y="658761"/>
            <a:ext cx="11029616" cy="578871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36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03" y="1237632"/>
            <a:ext cx="11029615" cy="444541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digital age, protecting data confidentiality is a major challenge.</a:t>
            </a:r>
            <a:b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Sensitive information needs a secure method for safe transmission and storage.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transmission methods are vulnerable to interception, risking privacy and security.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communication technique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needed to hide data 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raising any suspicion.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Steganography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offers a solution by concealing sensitive information within digital images, making the presence of the message undetectable to unauthorized users.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project aims to use image steganography to securely hide data within images.</a:t>
            </a:r>
            <a:endParaRPr lang="en-IN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570271"/>
            <a:ext cx="11029616" cy="73175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Technology  used</a:t>
            </a:r>
            <a:endParaRPr lang="en-US" sz="36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C4AF63-89A8-DD78-954F-BC1141591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420348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Programming Language: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Python 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Libraries:  OpenCV (cv2) –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Used for image manipulation and processing.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			    </a:t>
            </a: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NumPy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–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Efficient handling of pixel data in arrays.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Platform:  Windows –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Compatible with most users.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			   </a:t>
            </a: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VS Code –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Provides an efficient development environment.</a:t>
            </a:r>
          </a:p>
          <a:p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Additional Technology : UTF-8 Encoding-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Converts the message into bytes so it can be hidden inside the image.</a:t>
            </a:r>
            <a:endParaRPr lang="en-IN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48929"/>
            <a:ext cx="11029616" cy="653097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Wow factors</a:t>
            </a:r>
            <a:endParaRPr lang="en-US" sz="36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499006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Secure data transmission: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Encrypts and conceals data within images for safe communication.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Minimal Image Distortion: </a:t>
            </a:r>
            <a:r>
              <a:rPr lang="en-IN" sz="20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Image quality remains almost unchanged after embedding data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 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User friendly: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Simple interface for easy encoding and decoding. 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Support multiple formats: </a:t>
            </a:r>
            <a:r>
              <a:rPr lang="en-IN" sz="20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Works with various image file types like PNG, JPG, BMP. 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000" b="1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Real-time steganography: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Instantly encodes and decodes messages within images for quick and efficient data hiding.</a:t>
            </a:r>
            <a:endParaRPr lang="en-IN" sz="2000" kern="100" dirty="0"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5986D-DBC5-8220-FE6F-7F2ABC7C4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619432"/>
            <a:ext cx="11029616" cy="613020"/>
          </a:xfrm>
        </p:spPr>
        <p:txBody>
          <a:bodyPr>
            <a:noAutofit/>
          </a:bodyPr>
          <a:lstStyle/>
          <a:p>
            <a:r>
              <a:rPr lang="en-IN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 users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79E23-F86A-AFA9-FE9C-7F5A518E8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232452"/>
            <a:ext cx="11029615" cy="4480090"/>
          </a:xfrm>
        </p:spPr>
        <p:txBody>
          <a:bodyPr>
            <a:normAutofit/>
          </a:bodyPr>
          <a:lstStyle/>
          <a:p>
            <a:r>
              <a:rPr lang="en-IN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Cybersecurity Professionals &amp; Enthusiasts: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it for  experiment, research, security analysis and secure communication.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Government &amp; Intelligence Agencies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Protect and securely transmit classified data without raising suspicion.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IN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ournalists, Activists &amp; Whistleblowers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Securely share confidential information without detection.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Corporate Companies &amp; Organizations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Protect  confidential business data from attackers and  competitors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Individuals &amp; General Users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I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Safeguard personal data, passwords, and confidential files</a:t>
            </a: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9043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070C-FF0D-BBE3-3D8A-C3794CCCE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32291"/>
            <a:ext cx="11029616" cy="530296"/>
          </a:xfrm>
        </p:spPr>
        <p:txBody>
          <a:bodyPr>
            <a:noAutofit/>
          </a:bodyPr>
          <a:lstStyle/>
          <a:p>
            <a:r>
              <a:rPr lang="en-IN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93FD5C-E62A-C8B9-41CE-2E199B27F0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5271" y="1685382"/>
            <a:ext cx="3912017" cy="462619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55C03B-3868-4F87-59C4-0255556CC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85382"/>
            <a:ext cx="3912017" cy="4638662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A85F03B4-1703-1E94-FADC-77CC668C52E4}"/>
              </a:ext>
            </a:extLst>
          </p:cNvPr>
          <p:cNvSpPr txBox="1">
            <a:spLocks/>
          </p:cNvSpPr>
          <p:nvPr/>
        </p:nvSpPr>
        <p:spPr>
          <a:xfrm>
            <a:off x="1976284" y="1155086"/>
            <a:ext cx="2664542" cy="4475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6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Encryption Code:</a:t>
            </a:r>
            <a:endParaRPr lang="en-IN" sz="1600" b="1" u="sng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53D34C7-F20C-8720-679F-824655592237}"/>
              </a:ext>
            </a:extLst>
          </p:cNvPr>
          <p:cNvSpPr txBox="1">
            <a:spLocks/>
          </p:cNvSpPr>
          <p:nvPr/>
        </p:nvSpPr>
        <p:spPr>
          <a:xfrm flipH="1">
            <a:off x="7020231" y="1155086"/>
            <a:ext cx="2477729" cy="4475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6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Decryption Code:</a:t>
            </a:r>
            <a:endParaRPr lang="en-IN" sz="1600" b="1" u="sng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71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B2F86-8D41-7CE5-1C46-A34B9A6D7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en-IN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965147-51D4-6820-DFF2-AA6F4C567D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1033" y="1636332"/>
            <a:ext cx="3283252" cy="224302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382D8EF-A766-A54A-9670-576FB49E2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1033" y="1057318"/>
            <a:ext cx="3696158" cy="474173"/>
          </a:xfrm>
        </p:spPr>
        <p:txBody>
          <a:bodyPr>
            <a:normAutofit/>
          </a:bodyPr>
          <a:lstStyle/>
          <a:p>
            <a:r>
              <a:rPr lang="mar" sz="16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before encryption:</a:t>
            </a:r>
            <a:endParaRPr lang="en-IN" sz="1600" b="1" u="sng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A997A25-4463-E91F-8E32-4ABEA6030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1333" y="1057317"/>
            <a:ext cx="3189752" cy="474173"/>
          </a:xfrm>
        </p:spPr>
        <p:txBody>
          <a:bodyPr>
            <a:normAutofit fontScale="90000"/>
          </a:bodyPr>
          <a:lstStyle/>
          <a:p>
            <a:r>
              <a:rPr lang="mar" sz="18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after encryption:</a:t>
            </a:r>
            <a:endParaRPr lang="en-IN" sz="1800" b="1" u="sng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198865-1CFC-EE7B-FBB4-36447CDC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50" y="1636333"/>
            <a:ext cx="3389635" cy="224302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50A2F307-8499-B981-15D5-370B91335BBA}"/>
              </a:ext>
            </a:extLst>
          </p:cNvPr>
          <p:cNvSpPr txBox="1">
            <a:spLocks/>
          </p:cNvSpPr>
          <p:nvPr/>
        </p:nvSpPr>
        <p:spPr>
          <a:xfrm>
            <a:off x="3942735" y="3984197"/>
            <a:ext cx="4493342" cy="4365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6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Encryption and decryption output</a:t>
            </a:r>
            <a:r>
              <a:rPr lang="mar" sz="16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IN" sz="1600" b="1" u="sng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D3456-64FE-3504-4605-707DB043F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9963" y="4525631"/>
            <a:ext cx="6561354" cy="19636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0017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C6B3D-1072-C2D2-EBFE-E33CABE39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58761"/>
            <a:ext cx="11029616" cy="643265"/>
          </a:xfrm>
        </p:spPr>
        <p:txBody>
          <a:bodyPr>
            <a:noAutofit/>
          </a:bodyPr>
          <a:lstStyle/>
          <a:p>
            <a:r>
              <a:rPr lang="en-IN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74547-DF1B-77BB-E545-9344EDB9A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484670"/>
            <a:ext cx="11029615" cy="44906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project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successfully demonstrates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steganography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can be used to hide and retrieve secret messages within digital images securely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 message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bytes into pixel values, sensitive information remains concealed without noticeable visual alterations. 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Additionally, the implementation of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passcode verification mechanism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 an extra layer of security, ensuring that only authorized individuals can access the hidden data. 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approach provides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simple yet effective way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communicate confidential data securely, making it useful for privacy-focused applications.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technique can be further enhanced with stronger encryption methods and improved security measures for practical applications in cybersecurity and secure communication.</a:t>
            </a:r>
          </a:p>
          <a:p>
            <a:endParaRPr lang="en-IN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88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F08C-D61F-627D-C4E5-397E3E84F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609600"/>
            <a:ext cx="11029616" cy="692426"/>
          </a:xfrm>
        </p:spPr>
        <p:txBody>
          <a:bodyPr>
            <a:noAutofit/>
          </a:bodyPr>
          <a:lstStyle/>
          <a:p>
            <a:r>
              <a:rPr lang="en-IN" sz="36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299DD-46FA-7866-41D8-C1BFCC2F6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https://github.com/hellolightning/Steganography.git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0664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40017"/>
            <a:ext cx="11029615" cy="4673324"/>
          </a:xfrm>
        </p:spPr>
        <p:txBody>
          <a:bodyPr>
            <a:normAutofit/>
          </a:bodyPr>
          <a:lstStyle/>
          <a:p>
            <a:pPr marL="305435" indent="-305435"/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Advanced Encryption Techniques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Enhancing security by integrating AES, DES or hybrid cryptographic methods for stronger security</a:t>
            </a:r>
            <a:r>
              <a:rPr lang="mar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/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 Development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Building an intuitive, user-friendly graphical interface for non-technical users.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/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with Other Media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Expanding steganography applications to audio, video, and document files.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/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Mobile &amp; Web Application Development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Making the tool accessible across different devices and platforms.</a:t>
            </a:r>
            <a:endParaRPr lang="en-GB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/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AI-Powered Steganography &amp; Detection Prevention </a:t>
            </a:r>
            <a:r>
              <a:rPr lang="mar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Using machine learning to enhance security and resist steganalysis attacks.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81191" y="609600"/>
            <a:ext cx="11029616" cy="73041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b="1" dirty="0">
                <a:solidFill>
                  <a:schemeClr val="accent1"/>
                </a:solidFill>
                <a:latin typeface="Arial"/>
                <a:cs typeface="Arial"/>
              </a:rPr>
              <a:t>Future scope(optional)</a:t>
            </a: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0268AC5E70984D8FE60B7154176407" ma:contentTypeVersion="15" ma:contentTypeDescription="Create a new document." ma:contentTypeScope="" ma:versionID="104e359103f0f57b1cf9676756e5b944">
  <xsd:schema xmlns:xsd="http://www.w3.org/2001/XMLSchema" xmlns:xs="http://www.w3.org/2001/XMLSchema" xmlns:p="http://schemas.microsoft.com/office/2006/metadata/properties" xmlns:ns3="b30265f8-c5e2-4918-b4a1-b977299ca3e2" xmlns:ns4="fadb41d3-f9cb-40fb-903c-8cacaba95bb5" targetNamespace="http://schemas.microsoft.com/office/2006/metadata/properties" ma:root="true" ma:fieldsID="5615b8f8aa772998bad551f24a33de0e" ns3:_="" ns4:_="">
    <xsd:import namespace="b30265f8-c5e2-4918-b4a1-b977299ca3e2"/>
    <xsd:import namespace="fadb41d3-f9cb-40fb-903c-8cacaba95bb5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0265f8-c5e2-4918-b4a1-b977299ca3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db41d3-f9cb-40fb-903c-8cacaba95bb5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0265f8-c5e2-4918-b4a1-b977299ca3e2" xsi:nil="true"/>
  </documentManagement>
</p:properties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D71778-17EE-4151-88AE-C8F4E8043BD9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b30265f8-c5e2-4918-b4a1-b977299ca3e2"/>
    <ds:schemaRef ds:uri="fadb41d3-f9cb-40fb-903c-8cacaba95bb5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www.w3.org/2000/xmlns/"/>
    <ds:schemaRef ds:uri="b30265f8-c5e2-4918-b4a1-b977299ca3e2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262</TotalTime>
  <Words>604</Words>
  <Application>Microsoft Office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Light</vt:lpstr>
      <vt:lpstr>Franklin Gothic Book</vt:lpstr>
      <vt:lpstr>Franklin Gothic Demi</vt:lpstr>
      <vt:lpstr>Wingdings</vt:lpstr>
      <vt:lpstr>Wingdings 2</vt:lpstr>
      <vt:lpstr>DividendVTI</vt:lpstr>
      <vt:lpstr>Secure Data Hiding In Images Using Steganography</vt:lpstr>
      <vt:lpstr>OUTLINE</vt:lpstr>
      <vt:lpstr>Problem Statement</vt:lpstr>
      <vt:lpstr>Technology  used</vt:lpstr>
      <vt:lpstr>Wow factors</vt:lpstr>
      <vt:lpstr>End users</vt:lpstr>
      <vt:lpstr>Results</vt:lpstr>
      <vt:lpstr>Results</vt:lpstr>
      <vt:lpstr>Conclusion</vt:lpstr>
      <vt:lpstr>GitHub Link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lightning143gjadhav@outlook.com</cp:lastModifiedBy>
  <cp:revision>34</cp:revision>
  <dcterms:created xsi:type="dcterms:W3CDTF">2021-05-26T16:50:10Z</dcterms:created>
  <dcterms:modified xsi:type="dcterms:W3CDTF">2025-02-26T18:34:32Z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0x0101007F0268AC5E70984D8FE60B7154176407</vt:lpwstr>
  </property>
</Properties>
</file>
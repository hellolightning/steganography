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3" r:id="rId12"/>
    <p:sldId id="2146847062" r:id="rId13"/>
    <p:sldId id="2146847061" r:id="rId14"/>
    <p:sldId id="2146847055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Images Using Steganography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5819" y="4586365"/>
            <a:ext cx="792189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Yash G Jadhav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Yash G Jadhav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Mulund College Of Commerce,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				BSc Computer Science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03" y="658761"/>
            <a:ext cx="11029616" cy="578871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4454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digital age, protecting data confidentiality is a major challenge.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Sensitive information needs a secure method for safe transmission and storage.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transmission methods are vulnerable to interception, risking privacy and security.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communication technique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needed to hide data 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raising any suspicion.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Steganography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offers a solution by concealing sensitive information within digital images, making the presence of the message undetectable to unauthorized users.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aims to use image steganography to securely hide data within images.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570271"/>
            <a:ext cx="11029616" cy="73175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C4AF63-89A8-DD78-954F-BC1141591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420348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Programming Language: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Python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Libraries:  OpenCV (cv2) –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Used for image manipulation and processing.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    </a:t>
            </a: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NumPy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Efficient handling of pixel data in arrays.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Platform:  Windows –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Compatible with most users.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   </a:t>
            </a: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VS Code –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Provides an efficient development environment.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Technology : UTF-8 Encoding-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Converts the message into bytes so it can be hidden inside the image.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48929"/>
            <a:ext cx="11029616" cy="653097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6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499006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Secure data transmission: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Encrypts and conceals data within images for safe communication.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Minimal Image Distortion: </a:t>
            </a:r>
            <a:r>
              <a:rPr lang="en-IN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Image quality remains almost unchanged after embedding data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 friendly: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Simple interface for easy encoding and decoding.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Support multiple formats: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Works with various image file types like PNG, JPG, BMP.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Real-time steganography: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Instantly encodes and decodes messages within images for quick and efficient data hiding.</a:t>
            </a:r>
            <a:endParaRPr lang="en-IN" sz="20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619432"/>
            <a:ext cx="11029616" cy="613020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029615" cy="4480090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Cybersecurity Professionals &amp; Enthusiasts: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it for  experiment, research, security analysis and secure communication.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&amp; Intelligence Agencies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 and securely transmit classified data without raising suspicion.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ournalists, Activists &amp; Whistleblowers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Securely share confidential information without detection.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Companies &amp; Organizations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Protect  confidential business data from attackers and  competitors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Individuals &amp; General Users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Safeguard personal data, passwords, and confidential files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32291"/>
            <a:ext cx="11029616" cy="530296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693FD5C-E62A-C8B9-41CE-2E199B27F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271" y="1685382"/>
            <a:ext cx="3912017" cy="462619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55C03B-3868-4F87-59C4-0255556C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85382"/>
            <a:ext cx="3912017" cy="463866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5F03B4-1703-1E94-FADC-77CC668C52E4}"/>
              </a:ext>
            </a:extLst>
          </p:cNvPr>
          <p:cNvSpPr txBox="1">
            <a:spLocks/>
          </p:cNvSpPr>
          <p:nvPr/>
        </p:nvSpPr>
        <p:spPr>
          <a:xfrm>
            <a:off x="1976284" y="1155086"/>
            <a:ext cx="2664542" cy="4475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u="sng" dirty="0">
                <a:solidFill>
                  <a:schemeClr val="tx1"/>
                </a:solidFill>
              </a:rPr>
              <a:t>Encryption Code:</a:t>
            </a:r>
            <a:endParaRPr lang="en-IN" sz="1800" u="sng" dirty="0">
              <a:solidFill>
                <a:schemeClr val="tx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53D34C7-F20C-8720-679F-824655592237}"/>
              </a:ext>
            </a:extLst>
          </p:cNvPr>
          <p:cNvSpPr txBox="1">
            <a:spLocks/>
          </p:cNvSpPr>
          <p:nvPr/>
        </p:nvSpPr>
        <p:spPr>
          <a:xfrm flipH="1">
            <a:off x="7266039" y="1155086"/>
            <a:ext cx="2741976" cy="4475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u="sng" dirty="0">
                <a:solidFill>
                  <a:schemeClr val="tx1"/>
                </a:solidFill>
              </a:rPr>
              <a:t>Decryption Code:</a:t>
            </a:r>
            <a:endParaRPr lang="en-IN" sz="18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2F86-8D41-7CE5-1C46-A34B9A6D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965147-51D4-6820-DFF2-AA6F4C567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033" y="1636332"/>
            <a:ext cx="3283252" cy="22430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382D8EF-A766-A54A-9670-576FB49E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033" y="1151020"/>
            <a:ext cx="3696158" cy="436593"/>
          </a:xfrm>
        </p:spPr>
        <p:txBody>
          <a:bodyPr>
            <a:normAutofit/>
          </a:bodyPr>
          <a:lstStyle/>
          <a:p>
            <a:r>
              <a:rPr lang="mar" sz="1800" u="sng" dirty="0">
                <a:solidFill>
                  <a:schemeClr val="tx1"/>
                </a:solidFill>
              </a:rPr>
              <a:t>Image before encryption:</a:t>
            </a:r>
            <a:endParaRPr lang="en-IN" sz="1800" u="sng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997A25-4463-E91F-8E32-4ABEA6030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333" y="1057317"/>
            <a:ext cx="3189752" cy="530296"/>
          </a:xfrm>
        </p:spPr>
        <p:txBody>
          <a:bodyPr>
            <a:normAutofit/>
          </a:bodyPr>
          <a:lstStyle/>
          <a:p>
            <a:r>
              <a:rPr lang="mar" sz="1800" u="sng" dirty="0">
                <a:solidFill>
                  <a:schemeClr val="tx1"/>
                </a:solidFill>
              </a:rPr>
              <a:t>Image after encryption:</a:t>
            </a:r>
            <a:endParaRPr lang="en-IN" sz="1800" u="sng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198865-1CFC-EE7B-FBB4-36447CDCA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50" y="1636333"/>
            <a:ext cx="3389635" cy="22430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0A2F307-8499-B981-15D5-370B91335BBA}"/>
              </a:ext>
            </a:extLst>
          </p:cNvPr>
          <p:cNvSpPr txBox="1">
            <a:spLocks/>
          </p:cNvSpPr>
          <p:nvPr/>
        </p:nvSpPr>
        <p:spPr>
          <a:xfrm>
            <a:off x="3942735" y="3984197"/>
            <a:ext cx="4493342" cy="436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u="sng" dirty="0">
                <a:solidFill>
                  <a:schemeClr val="tx1"/>
                </a:solidFill>
              </a:rPr>
              <a:t>Encryption and decryption output</a:t>
            </a:r>
            <a:r>
              <a:rPr lang="mar" sz="1800" u="sng" dirty="0">
                <a:solidFill>
                  <a:schemeClr val="tx1"/>
                </a:solidFill>
              </a:rPr>
              <a:t>:</a:t>
            </a:r>
            <a:endParaRPr lang="en-IN" sz="1800" u="sng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D3456-64FE-3504-4605-707DB043F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963" y="4525630"/>
            <a:ext cx="6561354" cy="19636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001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58761"/>
            <a:ext cx="11029616" cy="643265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84670"/>
            <a:ext cx="11029615" cy="44906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successfully demonstrates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steganography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be used to hide and retrieve secret messages within digital images securely</a:t>
            </a: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 message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bytes into pixel values, sensitive information remains concealed without noticeable visual alterations. </a:t>
            </a: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Additionally, the implementation of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passcode verification mechanism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 an extra layer of security, ensuring that only authorized individuals can access the hidden data. </a:t>
            </a: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approach provides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 yet effective way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communicate confidential data securely, making it useful for privacy-focused applications.</a:t>
            </a: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technique can be further enhanced with stronger encryption methods and improved security measures for practical applications in cybersecurity and secure communication.</a:t>
            </a:r>
          </a:p>
          <a:p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609600"/>
            <a:ext cx="11029616" cy="692426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Make sure that there should be readme file</a:t>
            </a:r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40017"/>
            <a:ext cx="11029615" cy="4673324"/>
          </a:xfrm>
        </p:spPr>
        <p:txBody>
          <a:bodyPr>
            <a:normAutofit/>
          </a:bodyPr>
          <a:lstStyle/>
          <a:p>
            <a:pPr marL="305435" indent="-305435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Encryption Techniques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Enhancing security by integrating AES, DES or hybrid cryptographic methods for stronger security</a:t>
            </a:r>
            <a:r>
              <a:rPr lang="ma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 Development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an intuitive, user-friendly graphical interface for non-technical users.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with Other Media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Expanding steganography applications to audio, video, and document files.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&amp; Web Application Development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Making the tool accessible across different devices and platforms.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AI-Powered Steganography &amp; Detection Prevention </a:t>
            </a:r>
            <a:r>
              <a:rPr lang="m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machine learning to enhance security and resist steganalysis attacks.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81191" y="609600"/>
            <a:ext cx="11029616" cy="7304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www.w3.org/2000/xmlns/"/>
    <ds:schemaRef ds:uri="b30265f8-c5e2-4918-b4a1-b977299ca3e2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30265f8-c5e2-4918-b4a1-b977299ca3e2"/>
    <ds:schemaRef ds:uri="fadb41d3-f9cb-40fb-903c-8cacaba95bb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259</TotalTime>
  <Words>601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Secure Data Hiding In Images Using Steganography</vt:lpstr>
      <vt:lpstr>OUTLINE</vt:lpstr>
      <vt:lpstr>Problem Statement</vt:lpstr>
      <vt:lpstr>Technology  used</vt:lpstr>
      <vt:lpstr>Wow factors</vt:lpstr>
      <vt:lpstr>End users</vt:lpstr>
      <vt:lpstr>Results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lightning143gjadhav@outlook.com</cp:lastModifiedBy>
  <cp:revision>32</cp:revision>
  <dcterms:created xsi:type="dcterms:W3CDTF">2021-05-26T16:50:10Z</dcterms:created>
  <dcterms:modified xsi:type="dcterms:W3CDTF">2025-02-26T18:01:44Z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